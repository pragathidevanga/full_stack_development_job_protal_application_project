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8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671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job-portal-application-app.netlify.app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411480"/>
            <a:ext cx="2926080" cy="292608"/>
          </a:xfrm>
          <a:prstGeom prst="roundRect">
            <a:avLst>
              <a:gd name="adj" fmla="val 4687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411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BCA IV SEMESTER  |  CAPSTONE PROJECT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841248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Application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11480" y="2651760"/>
            <a:ext cx="38404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11480" y="2788920"/>
            <a:ext cx="1261872" cy="256032"/>
          </a:xfrm>
          <a:prstGeom prst="roundRect">
            <a:avLst>
              <a:gd name="adj" fmla="val 42857"/>
            </a:avLst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27889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01368" y="2788920"/>
            <a:ext cx="1261872" cy="256032"/>
          </a:xfrm>
          <a:prstGeom prst="roundRect">
            <a:avLst>
              <a:gd name="adj" fmla="val 42857"/>
            </a:avLst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801368" y="27889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91256" y="2788920"/>
            <a:ext cx="1261872" cy="256032"/>
          </a:xfrm>
          <a:prstGeom prst="roundRect">
            <a:avLst>
              <a:gd name="adj" fmla="val 42857"/>
            </a:avLst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191256" y="27889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81144" y="2788920"/>
            <a:ext cx="1261872" cy="256032"/>
          </a:xfrm>
          <a:prstGeom prst="roundRect">
            <a:avLst>
              <a:gd name="adj" fmla="val 42857"/>
            </a:avLst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81144" y="27889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71032" y="2788920"/>
            <a:ext cx="1261872" cy="256032"/>
          </a:xfrm>
          <a:prstGeom prst="roundRect">
            <a:avLst>
              <a:gd name="adj" fmla="val 42857"/>
            </a:avLst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71032" y="27889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60920" y="2788920"/>
            <a:ext cx="1261872" cy="256032"/>
          </a:xfrm>
          <a:prstGeom prst="roundRect">
            <a:avLst>
              <a:gd name="adj" fmla="val 42857"/>
            </a:avLst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60920" y="278892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200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345643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Amaraiah C – 2411021240002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6576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Bhumika R – 2411021240026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8587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Keerthi N – 2411021240024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0599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Pragathi BR – 2411021240037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Prakruthi BR – 2411021240038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Raghav K  |  Alliance University, Bangalore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HireHub?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job-portal-application-app.netlify.app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212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2120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5212080" cy="38404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is a full-stack Job Portal Web Application that connects job seekers with top companies across India.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 using HTML, CSS, JavaScript, Node.js, Express.js and MongoDB — it is live on Netlify at: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job-portal-application-app.netlify.app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788920"/>
            <a:ext cx="493776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548640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788920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278892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788920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  •  Browse &amp; apply for jobs  •  Track applications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355848"/>
            <a:ext cx="4937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11480" y="3355848"/>
            <a:ext cx="548640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335584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335584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335584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 listings  •  Manage applications  •  Company profile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922776"/>
            <a:ext cx="4937760" cy="51206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1480" y="3922776"/>
            <a:ext cx="54864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3922776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4128" y="392277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3922776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  •  Manage all jobs  •  View applications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15000" y="868680"/>
            <a:ext cx="1554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715000" y="868680"/>
            <a:ext cx="1554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715000" y="9784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715000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Jobs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868680"/>
            <a:ext cx="1554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406640" y="868680"/>
            <a:ext cx="15544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406640" y="9784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450+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06640" y="14356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15000" y="2057400"/>
            <a:ext cx="1554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715000" y="2057400"/>
            <a:ext cx="1554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715000" y="21671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8,500+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715000" y="26243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This Month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406640" y="2057400"/>
            <a:ext cx="15544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406640" y="2057400"/>
            <a:ext cx="1554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406640" y="216712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406640" y="26243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77840" y="3337560"/>
            <a:ext cx="324612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577840" y="340156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0" y="37307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Create Profile &amp; Upload Resume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69280" y="4078224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Browse &amp; Discover Jobs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69280" y="4425696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Apply &amp; Get Hired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— Hero Section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India's #1 Job Portal for Freshers &amp; Professionals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Job You Deserve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resume once. Apply to hundreds of jobs. Get hired at top companies.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3200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Job title, skills or company name...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1901952"/>
            <a:ext cx="64008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017520" y="1901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1078992" cy="201168"/>
          </a:xfrm>
          <a:prstGeom prst="roundRect">
            <a:avLst>
              <a:gd name="adj" fmla="val 45455"/>
            </a:avLst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224942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664208" y="2249424"/>
            <a:ext cx="1078992" cy="201168"/>
          </a:xfrm>
          <a:prstGeom prst="roundRect">
            <a:avLst>
              <a:gd name="adj" fmla="val 45455"/>
            </a:avLst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664208" y="224942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871216" y="2249424"/>
            <a:ext cx="1078992" cy="201168"/>
          </a:xfrm>
          <a:prstGeom prst="roundRect">
            <a:avLst>
              <a:gd name="adj" fmla="val 45455"/>
            </a:avLst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871216" y="224942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078224" y="2249424"/>
            <a:ext cx="1078992" cy="201168"/>
          </a:xfrm>
          <a:prstGeom prst="roundRect">
            <a:avLst>
              <a:gd name="adj" fmla="val 45455"/>
            </a:avLst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078224" y="224942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285232" y="2249424"/>
            <a:ext cx="1078992" cy="201168"/>
          </a:xfrm>
          <a:prstGeom prst="roundRect">
            <a:avLst>
              <a:gd name="adj" fmla="val 45455"/>
            </a:avLst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285232" y="224942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400800" y="914400"/>
            <a:ext cx="2194560" cy="1325880"/>
          </a:xfrm>
          <a:prstGeom prst="rect">
            <a:avLst/>
          </a:prstGeom>
          <a:solidFill>
            <a:srgbClr val="162040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473952" y="1005840"/>
            <a:ext cx="41148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73952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31152" y="10058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31152" y="118872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473952" y="1463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Spring Boot  MySQL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73952" y="166420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Chennai  💰 ₹4.5 LPA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2542032"/>
            <a:ext cx="212140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0040" y="254203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  Active Jobs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50592" y="2542032"/>
            <a:ext cx="2121408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450592" y="254203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450+  Companies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81144" y="2542032"/>
            <a:ext cx="21214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81144" y="254203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8,500+  Hired This Month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11696" y="2542032"/>
            <a:ext cx="212140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711696" y="254203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 Cities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" y="31272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Category  (8 categories on website)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3429000"/>
            <a:ext cx="1005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520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20040" y="39136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380744" y="3429000"/>
            <a:ext cx="1005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380744" y="3520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380744" y="39136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441448" y="3429000"/>
            <a:ext cx="1005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441448" y="3520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2441448" y="39136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502152" y="3429000"/>
            <a:ext cx="1005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502152" y="3520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3502152" y="39136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62856" y="3429000"/>
            <a:ext cx="1005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562856" y="3520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4562856" y="39136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623560" y="3429000"/>
            <a:ext cx="1005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623560" y="3520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☁️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623560" y="39136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684264" y="3429000"/>
            <a:ext cx="1005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684264" y="3520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684264" y="39136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Testing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744968" y="3429000"/>
            <a:ext cx="10058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744968" y="35204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7744968" y="391363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Jobs Page — 12 Pre-Loaded Jobs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20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Jobs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38912" y="149961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Full Time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" y="170078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Part Time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190195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Remote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8912" y="210312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Internship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37744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57860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Fresher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277977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1–3 Years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8912" y="298094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3–5 Years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" y="318211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5+ Years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4564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38912" y="365760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Bangalore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8912" y="385876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Mumbai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38912" y="4059936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Hyderabad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912" y="4261104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Chennai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" y="4462272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Remote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7744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Jobs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35040" y="868680"/>
            <a:ext cx="2743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080760" y="868680"/>
            <a:ext cx="26517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jobs...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77440" y="11430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jobs found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1389888"/>
            <a:ext cx="2057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377440" y="1389888"/>
            <a:ext cx="2057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450592" y="1499616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450592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39312" y="1527048"/>
            <a:ext cx="713232" cy="201168"/>
          </a:xfrm>
          <a:prstGeom prst="roundRect">
            <a:avLst>
              <a:gd name="adj" fmla="val 4545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639312" y="15270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450592" y="18836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50592" y="20939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450592" y="22860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Bangalore  🎓 Fresher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450592" y="2487168"/>
            <a:ext cx="749808" cy="18288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450592" y="24871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273552" y="2487168"/>
            <a:ext cx="749808" cy="18288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73552" y="24871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450592" y="2743200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450592" y="27614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₹4.5 LPA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93008" y="2761488"/>
            <a:ext cx="822960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493008" y="2761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53712" y="1389888"/>
            <a:ext cx="2057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553712" y="1389888"/>
            <a:ext cx="20574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626864" y="1499616"/>
            <a:ext cx="34747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626864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815584" y="1527048"/>
            <a:ext cx="713232" cy="201168"/>
          </a:xfrm>
          <a:prstGeom prst="roundRect">
            <a:avLst>
              <a:gd name="adj" fmla="val 4545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815584" y="15270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4626864" y="18836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26864" y="20939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626864" y="22860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Bangalore  🎓 1-3 yrs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26864" y="2487168"/>
            <a:ext cx="749808" cy="18288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626864" y="24871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449824" y="2487168"/>
            <a:ext cx="749808" cy="18288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449824" y="24871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626864" y="2743200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626864" y="27614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 LPA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669280" y="2761488"/>
            <a:ext cx="82296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669280" y="2761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729984" y="1389888"/>
            <a:ext cx="2057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6729984" y="1389888"/>
            <a:ext cx="20574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803136" y="1499616"/>
            <a:ext cx="34747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803136" y="1499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991856" y="1527048"/>
            <a:ext cx="713232" cy="201168"/>
          </a:xfrm>
          <a:prstGeom prst="roundRect">
            <a:avLst>
              <a:gd name="adj" fmla="val 4545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991856" y="15270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6803136" y="18836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803136" y="20939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803136" y="22860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Mumbai  🎓 Fresher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803136" y="2487168"/>
            <a:ext cx="749808" cy="18288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803136" y="24871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7626096" y="2487168"/>
            <a:ext cx="749808" cy="18288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626096" y="24871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803136" y="2743200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803136" y="27614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 LPA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845552" y="2761488"/>
            <a:ext cx="822960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7845552" y="2761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377440" y="3218688"/>
            <a:ext cx="2057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2377440" y="3218688"/>
            <a:ext cx="2057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2450592" y="3328416"/>
            <a:ext cx="34747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450592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639312" y="3355848"/>
            <a:ext cx="713232" cy="201168"/>
          </a:xfrm>
          <a:prstGeom prst="roundRect">
            <a:avLst>
              <a:gd name="adj" fmla="val 4545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3639312" y="33558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2450592" y="37124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450592" y="39227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2450592" y="41148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Hyderabad  🎓 1-3 yrs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450592" y="4315968"/>
            <a:ext cx="749808" cy="18288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2450592" y="43159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273552" y="4315968"/>
            <a:ext cx="749808" cy="18288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3273552" y="43159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2450592" y="4572000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2450592" y="45902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 LPA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493008" y="4590288"/>
            <a:ext cx="8229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493008" y="45902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553712" y="3218688"/>
            <a:ext cx="2057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4553712" y="3218688"/>
            <a:ext cx="20574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4626864" y="3328416"/>
            <a:ext cx="34747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626864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5815584" y="3355848"/>
            <a:ext cx="713232" cy="201168"/>
          </a:xfrm>
          <a:prstGeom prst="roundRect">
            <a:avLst>
              <a:gd name="adj" fmla="val 4545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5815584" y="33558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4626864" y="37124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4626864" y="39227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4626864" y="41148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Bangalore  🎓 1-3 yrs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4626864" y="4315968"/>
            <a:ext cx="749808" cy="18288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626864" y="43159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5449824" y="4315968"/>
            <a:ext cx="749808" cy="18288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5449824" y="43159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4626864" y="4572000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4626864" y="45902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 LPA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5669280" y="4590288"/>
            <a:ext cx="82296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5669280" y="45902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6729984" y="3218688"/>
            <a:ext cx="2057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6729984" y="3218688"/>
            <a:ext cx="20574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6803136" y="3328416"/>
            <a:ext cx="34747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6803136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7991856" y="3355848"/>
            <a:ext cx="713232" cy="201168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7991856" y="33558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6803136" y="37124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Intern</a:t>
            </a:r>
            <a:endParaRPr lang="en-US" sz="1000" dirty="0"/>
          </a:p>
        </p:txBody>
      </p:sp>
      <p:sp>
        <p:nvSpPr>
          <p:cNvPr id="118" name="Text 116"/>
          <p:cNvSpPr/>
          <p:nvPr/>
        </p:nvSpPr>
        <p:spPr>
          <a:xfrm>
            <a:off x="6803136" y="392277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6803136" y="41148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Remote  🎓 Fresher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6803136" y="4315968"/>
            <a:ext cx="749808" cy="18288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6803136" y="43159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7626096" y="4315968"/>
            <a:ext cx="749808" cy="18288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7626096" y="431596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6803136" y="4572000"/>
            <a:ext cx="19202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6803136" y="45902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₹20k/mo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7845552" y="4590288"/>
            <a:ext cx="82296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7845552" y="45902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Page — Full Company Profiles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Companies Hiring Now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company profiles, culture and open positions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1828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1832" y="20391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3408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leader in next-gen digital services and consulting. Enables clients in 46...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1480" y="280720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300,000+ employees  📍 Bangalore, Karnataka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3035808"/>
            <a:ext cx="269748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1480" y="304495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2 open positions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965960" y="30449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Jobs →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36392" y="173736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27832" y="1828800"/>
            <a:ext cx="4572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2783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58184" y="1828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58184" y="20391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27832" y="23408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global IT, consulting and business process services company. Harnesses c...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27832" y="280720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250,000+ employees  📍 Bangalore, Karnataka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136392" y="3035808"/>
            <a:ext cx="269748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27832" y="304495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2 open positions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82312" y="30449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Jobs →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52744" y="173736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044184" y="1828800"/>
            <a:ext cx="45720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04418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74536" y="1828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74536" y="20391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44184" y="23408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Consultancy Services — IT services &amp; business solutions organization partne...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044184" y="280720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600,000+ employees  📍 Mumbai, Maharashtra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52744" y="3035808"/>
            <a:ext cx="269748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044184" y="304495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1 open position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598664" y="30449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Jobs →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333756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11480" y="3429000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114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41832" y="3429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41832" y="36393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Cloud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1480" y="39410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customer obsession, passion for invention, commitment to operational e...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11480" y="440740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1,500,000+ employees  📍 Hyderabad, Telangana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0040" y="4636008"/>
            <a:ext cx="269748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11480" y="464515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1 open position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965960" y="46451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Jobs →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136392" y="333756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227832" y="3429000"/>
            <a:ext cx="457200" cy="457200"/>
          </a:xfrm>
          <a:prstGeom prst="rect">
            <a:avLst/>
          </a:prstGeom>
          <a:solidFill>
            <a:srgbClr val="2874F0"/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27832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758184" y="3429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758184" y="36393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27832" y="39410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leading e-commerce marketplace with 150M+ products. Driven by purpose of...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227832" y="440740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30,000+ employees  📍 Bangalore, Karnataka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136392" y="4636008"/>
            <a:ext cx="269748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227832" y="464515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2 open positions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782312" y="46451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Jobs →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952744" y="333756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044184" y="3429000"/>
            <a:ext cx="457200" cy="457200"/>
          </a:xfrm>
          <a:prstGeom prst="rect">
            <a:avLst/>
          </a:prstGeom>
          <a:solidFill>
            <a:srgbClr val="3395FF"/>
          </a:solidFill>
          <a:ln w="12700">
            <a:solidFill>
              <a:srgbClr val="339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044184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74536" y="3429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74536" y="363931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044184" y="39410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innovative fintech products. On a mission to revolutionize money moveme...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044184" y="440740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3,000+ employees  📍 Bangalore, Karnataka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952744" y="4636008"/>
            <a:ext cx="269748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044184" y="464515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2 open positions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598664" y="464515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Jobs →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Page — Job Seeker &amp; Employer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as Job Seeker or Employer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73736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Job Seeker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40280" y="1572768"/>
            <a:ext cx="2011680" cy="27432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24028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Employer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*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703320" cy="219456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235915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*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542032"/>
            <a:ext cx="3703320" cy="219456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79806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*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3703320" cy="219456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23697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(comma separated) *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419856"/>
            <a:ext cx="3703320" cy="219456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367588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3703320" cy="219456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 (PDF) *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3703320" cy="274320"/>
          </a:xfrm>
          <a:prstGeom prst="rect">
            <a:avLst/>
          </a:prstGeom>
          <a:solidFill>
            <a:srgbClr val="F1F5FD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Click to upload your resume  (PDF format only)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00600" y="86868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3776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12984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as Job Seeker or Employer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37760" y="1572768"/>
            <a:ext cx="1737360" cy="27432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0" y="1572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Job Seeker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20840" y="1572768"/>
            <a:ext cx="201168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72084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Employer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19202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 *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37760" y="2103120"/>
            <a:ext cx="3703320" cy="219456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37760" y="235915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*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37760" y="2542032"/>
            <a:ext cx="3703320" cy="219456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37760" y="279806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Size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37760" y="2980944"/>
            <a:ext cx="3703320" cy="219456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37760" y="323697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Location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937760" y="3419856"/>
            <a:ext cx="3703320" cy="219456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37760" y="367588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37760" y="3858768"/>
            <a:ext cx="3703320" cy="219456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37760" y="41148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Company *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937760" y="4297680"/>
            <a:ext cx="3703320" cy="219456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Dashboards — Seeker &amp; Employer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987552"/>
            <a:ext cx="594360" cy="594360"/>
          </a:xfrm>
          <a:prstGeom prst="ellipse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9875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Prakruthi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261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Karnataka, Bangalore · Looking for opportunities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70432" y="1463040"/>
            <a:ext cx="512064" cy="182880"/>
          </a:xfrm>
          <a:prstGeom prst="roundRect">
            <a:avLst>
              <a:gd name="adj" fmla="val 40000"/>
            </a:avLst>
          </a:prstGeom>
          <a:solidFill>
            <a:srgbClr val="BFDBFE">
              <a:alpha val="70000"/>
            </a:srgbClr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70432" y="146304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737360" y="1463040"/>
            <a:ext cx="512064" cy="182880"/>
          </a:xfrm>
          <a:prstGeom prst="roundRect">
            <a:avLst>
              <a:gd name="adj" fmla="val 40000"/>
            </a:avLst>
          </a:prstGeom>
          <a:solidFill>
            <a:srgbClr val="BFDBFE">
              <a:alpha val="70000"/>
            </a:srgbClr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737360" y="146304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304288" y="1463040"/>
            <a:ext cx="512064" cy="182880"/>
          </a:xfrm>
          <a:prstGeom prst="roundRect">
            <a:avLst>
              <a:gd name="adj" fmla="val 40000"/>
            </a:avLst>
          </a:prstGeom>
          <a:solidFill>
            <a:srgbClr val="BFDBFE">
              <a:alpha val="70000"/>
            </a:srgbClr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304288" y="146304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871216" y="1463040"/>
            <a:ext cx="512064" cy="182880"/>
          </a:xfrm>
          <a:prstGeom prst="roundRect">
            <a:avLst>
              <a:gd name="adj" fmla="val 40000"/>
            </a:avLst>
          </a:prstGeom>
          <a:solidFill>
            <a:srgbClr val="BFDBFE">
              <a:alpha val="70000"/>
            </a:srgbClr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871216" y="146304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438144" y="1463040"/>
            <a:ext cx="512064" cy="182880"/>
          </a:xfrm>
          <a:prstGeom prst="roundRect">
            <a:avLst>
              <a:gd name="adj" fmla="val 40000"/>
            </a:avLst>
          </a:prstGeom>
          <a:solidFill>
            <a:srgbClr val="BFDBFE">
              <a:alpha val="70000"/>
            </a:srgbClr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38144" y="1463040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11480" y="1874520"/>
            <a:ext cx="1243584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8745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My Applications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709928" y="1874520"/>
            <a:ext cx="1243584" cy="27432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709928" y="18745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My Profile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08376" y="1874520"/>
            <a:ext cx="1243584" cy="27432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008376" y="18745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My Resume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2240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Job Applications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2514600"/>
            <a:ext cx="3840480" cy="59436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6112" y="25603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96112" y="27432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Flipkart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96112" y="2926080"/>
            <a:ext cx="621792" cy="164592"/>
          </a:xfrm>
          <a:prstGeom prst="roundRect">
            <a:avLst>
              <a:gd name="adj" fmla="val 4444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96112" y="2926080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11480" y="3200400"/>
            <a:ext cx="3840480" cy="59436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96112" y="32461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96112" y="34290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Infosys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96112" y="3611880"/>
            <a:ext cx="621792" cy="164592"/>
          </a:xfrm>
          <a:prstGeom prst="roundRect">
            <a:avLst>
              <a:gd name="adj" fmla="val 4444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96112" y="3611880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663440" y="86868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663440" y="868680"/>
            <a:ext cx="411480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846320" y="987552"/>
            <a:ext cx="594360" cy="594360"/>
          </a:xfrm>
          <a:prstGeom prst="ellipse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846320" y="987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513832" y="9875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513832" y="1261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 ·  Bangalore, Karnataka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54880" y="1874520"/>
            <a:ext cx="1243584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754880" y="18745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Post Job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053328" y="1874520"/>
            <a:ext cx="1243584" cy="27432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053328" y="18745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My Listings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351776" y="1874520"/>
            <a:ext cx="1243584" cy="27432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351776" y="18745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Company Profile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754880" y="2240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New Job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54880" y="25146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 *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754880" y="2679192"/>
            <a:ext cx="1828800" cy="237744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00600" y="26791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675120" y="25146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 *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675120" y="2679192"/>
            <a:ext cx="1828800" cy="237744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720840" y="267919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54880" y="3017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*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754880" y="3182112"/>
            <a:ext cx="1828800" cy="237744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4800600" y="318211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675120" y="3017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675120" y="3182112"/>
            <a:ext cx="1828800" cy="237744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720840" y="318211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₹35,000/month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754880" y="35204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Required *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754880" y="3685032"/>
            <a:ext cx="1828800" cy="237744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800600" y="368503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JS, MongoDB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675120" y="35204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*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675120" y="3685032"/>
            <a:ext cx="1828800" cy="237744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6720840" y="3685032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UI components...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754880" y="4553712"/>
            <a:ext cx="39319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4754880" y="4553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Post This Job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Detail Modal &amp; Apply Modal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754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75488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Detail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868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59436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1298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" y="15727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865376"/>
            <a:ext cx="1417320" cy="22860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18653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Bangalore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20240" y="1865376"/>
            <a:ext cx="1417320" cy="22860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920240" y="18653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₹4.5 LPA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29000" y="1865376"/>
            <a:ext cx="1417320" cy="22860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29000" y="18653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Fresher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139696"/>
            <a:ext cx="1417320" cy="22860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213969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Full Time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20240" y="2139696"/>
            <a:ext cx="1417320" cy="22860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920240" y="213969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5 openings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29000" y="2139696"/>
            <a:ext cx="1417320" cy="22860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29000" y="213969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Hybrid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2487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268833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looking for a passionate Frontend Developer to join our team. You will be responsible for building and maintaining high-quality web applications using React, HTML and CSS.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2918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Required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511296"/>
            <a:ext cx="914400" cy="201168"/>
          </a:xfrm>
          <a:prstGeom prst="roundRect">
            <a:avLst>
              <a:gd name="adj" fmla="val 4545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11480" y="35112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435608" y="3511296"/>
            <a:ext cx="914400" cy="201168"/>
          </a:xfrm>
          <a:prstGeom prst="roundRect">
            <a:avLst>
              <a:gd name="adj" fmla="val 4545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435608" y="35112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459736" y="3511296"/>
            <a:ext cx="914400" cy="201168"/>
          </a:xfrm>
          <a:prstGeom prst="roundRect">
            <a:avLst>
              <a:gd name="adj" fmla="val 4545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459736" y="35112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83864" y="3511296"/>
            <a:ext cx="914400" cy="201168"/>
          </a:xfrm>
          <a:prstGeom prst="roundRect">
            <a:avLst>
              <a:gd name="adj" fmla="val 4545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483864" y="35112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" y="3858768"/>
            <a:ext cx="45720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1480" y="3858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this Job →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12080" y="868680"/>
            <a:ext cx="36118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34924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Job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349240" y="13258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49240" y="1627632"/>
            <a:ext cx="329184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349240" y="1627632"/>
            <a:ext cx="329184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Resume attached: Prakruthi_BR_Resume.pdf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349240" y="201168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(Optional)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49240" y="2231136"/>
            <a:ext cx="3291840" cy="1097280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440680" y="23317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employer why you're the perfect fit for this role...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49240" y="3456432"/>
            <a:ext cx="32918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349240" y="34564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Application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349240" y="3913632"/>
            <a:ext cx="329184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349240" y="391363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Application submitted successfully!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&amp; MongoDB Database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5029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Admin Panel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11556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682496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00200" y="1325880"/>
            <a:ext cx="111556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600200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1682496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Jobs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88920" y="1325880"/>
            <a:ext cx="111556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88920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88920" y="1682496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77640" y="1325880"/>
            <a:ext cx="111556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77640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77640" y="1682496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2029968"/>
            <a:ext cx="150876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20299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Users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984248" y="2029968"/>
            <a:ext cx="1508760" cy="256032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984248" y="20299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Jobs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57016" y="2029968"/>
            <a:ext cx="1508760" cy="256032"/>
          </a:xfrm>
          <a:prstGeom prst="rect">
            <a:avLst/>
          </a:prstGeom>
          <a:solidFill>
            <a:srgbClr val="F1F5FD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57016" y="20299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Applications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2377440"/>
            <a:ext cx="484632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237744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admin@hirehub.com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20440" y="2450592"/>
            <a:ext cx="621792" cy="201168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520440" y="245059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251960" y="2487168"/>
            <a:ext cx="658368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251960" y="24871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" y="2852928"/>
            <a:ext cx="4846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2920" y="285292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Prakruthi BR — prakruthipragathbr2006@gmail.com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20440" y="2926080"/>
            <a:ext cx="621792" cy="201168"/>
          </a:xfrm>
          <a:prstGeom prst="roundRect">
            <a:avLst>
              <a:gd name="adj" fmla="val 36364"/>
            </a:avLst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520440" y="292608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seeker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251960" y="2962656"/>
            <a:ext cx="658368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251960" y="29626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3328416"/>
            <a:ext cx="484632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2920" y="3328416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Prakruthi BR — prakruthidevanaga11@gmail.com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20440" y="3401568"/>
            <a:ext cx="621792" cy="201168"/>
          </a:xfrm>
          <a:prstGeom prst="roundRect">
            <a:avLst>
              <a:gd name="adj" fmla="val 36364"/>
            </a:avLst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520440" y="340156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251960" y="3438144"/>
            <a:ext cx="658368" cy="1828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251960" y="34381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0" y="868680"/>
            <a:ext cx="3337560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486400" y="868680"/>
            <a:ext cx="33375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532120" y="86868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MongoDB Compass  — hirehub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77840" y="123444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127.0.0.1:27017  &gt;  hirehub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77840" y="1508760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(3)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59552" y="1810512"/>
            <a:ext cx="3154680" cy="6858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5559552" y="1810512"/>
            <a:ext cx="54864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650992" y="1847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650992" y="21031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Documents: 3  |  Size: 34.84 kB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559552" y="2587752"/>
            <a:ext cx="3154680" cy="6858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559552" y="2587752"/>
            <a:ext cx="54864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650992" y="26243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650992" y="28803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Documents: 0  |  Size: 4.10 kB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559552" y="3364992"/>
            <a:ext cx="3154680" cy="685800"/>
          </a:xfrm>
          <a:prstGeom prst="rect">
            <a:avLst/>
          </a:prstGeom>
          <a:solidFill>
            <a:srgbClr val="1A2332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5559552" y="3364992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650992" y="3401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650992" y="36576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Documents: 0  |  Size: 4.10 kB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 — Tested with Postman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74904" y="960120"/>
            <a:ext cx="64008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74904" y="9601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69848" y="86868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/api/register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88920" y="868680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user (seeker/employer)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4904" y="1572768"/>
            <a:ext cx="64008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4904" y="15727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69848" y="1481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/api/login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1481328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&amp; session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093976"/>
            <a:ext cx="42062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74904" y="2185416"/>
            <a:ext cx="64008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74904" y="21854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69848" y="209397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/api/jobs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88920" y="2093976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all job listings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706624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74904" y="2798064"/>
            <a:ext cx="64008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27980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69848" y="270662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/api/jobs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88920" y="2706624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posts a new job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319272"/>
            <a:ext cx="42062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74904" y="3410712"/>
            <a:ext cx="64008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74904" y="34107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69848" y="331927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/api/jobs/employer/:id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88920" y="3319272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jobs by employer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93192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74904" y="4023360"/>
            <a:ext cx="64008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74904" y="40233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69848" y="39319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/api/jobs/:id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88920" y="3931920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job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4544568"/>
            <a:ext cx="42062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74904" y="4636008"/>
            <a:ext cx="64008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74904" y="46360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69848" y="454456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/api/applications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88920" y="4544568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 applies for job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868680"/>
            <a:ext cx="42062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64024" y="960120"/>
            <a:ext cx="64008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64024" y="9601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58968" y="86868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/api/applications/seeker/:id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78040" y="868680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seeker's applications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9160" y="1481328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764024" y="1572768"/>
            <a:ext cx="64008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764024" y="15727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58968" y="1481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/api/applications/job/:id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178040" y="1481328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applicants for a job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2093976"/>
            <a:ext cx="42062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64024" y="2185416"/>
            <a:ext cx="64008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764024" y="21854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58968" y="209397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/api/admin/users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78040" y="2093976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get all users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09160" y="2706624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764024" y="2798064"/>
            <a:ext cx="64008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764024" y="27980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58968" y="270662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/api/admin/users/:id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178040" y="2706624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delete a user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09160" y="3319272"/>
            <a:ext cx="42062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764024" y="3410712"/>
            <a:ext cx="64008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764024" y="34107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458968" y="331927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/api/admin/jobs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178040" y="3319272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get all jobs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09160" y="393192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764024" y="4023360"/>
            <a:ext cx="64008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764024" y="40233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458968" y="39319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/api/admin/applications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178040" y="3931920"/>
            <a:ext cx="16642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all applications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743200" cy="12801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9418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9784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5272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Layout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527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pages built in single index.html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868680"/>
            <a:ext cx="2743200" cy="12801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91840" y="86868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9418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86200" y="9784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125272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Design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1527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theme with blue accent, animations, responsive grid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0" y="868680"/>
            <a:ext cx="2743200" cy="12801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17920" y="868680"/>
            <a:ext cx="2743200" cy="54864"/>
          </a:xfrm>
          <a:prstGeom prst="rect">
            <a:avLst/>
          </a:prstGeom>
          <a:solidFill>
            <a:srgbClr val="F0DB4F"/>
          </a:solidFill>
          <a:ln w="12700">
            <a:solidFill>
              <a:srgbClr val="F0DB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17920" y="9418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97840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1252728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Logic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1527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API, DOM manipulation, session storage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258568"/>
            <a:ext cx="2743200" cy="12801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65760" y="2258568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2331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🟢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0120" y="236829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264261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Runtime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9169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JS — handles all API requests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91840" y="2258568"/>
            <a:ext cx="2743200" cy="12801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291840" y="2258568"/>
            <a:ext cx="2743200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91840" y="2331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🚂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886200" y="236829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86200" y="264261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Framework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83280" y="29169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API routes for auth, jobs &amp; applications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7920" y="2258568"/>
            <a:ext cx="2743200" cy="12801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217920" y="2258568"/>
            <a:ext cx="2743200" cy="54864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17920" y="2331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🍃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812280" y="236829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12280" y="264261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29169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collections: users, jobs, applications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3648456"/>
            <a:ext cx="2743200" cy="12801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365760" y="3648456"/>
            <a:ext cx="2743200" cy="54864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65760" y="37216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60120" y="37581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60120" y="4032504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Object Modeling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306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with references &amp; validation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91840" y="3648456"/>
            <a:ext cx="2743200" cy="12801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291840" y="3648456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91840" y="37216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3886200" y="37581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886200" y="4032504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83280" y="4306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with salt round 10 — never plain text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217920" y="3648456"/>
            <a:ext cx="2743200" cy="128016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217920" y="3648456"/>
            <a:ext cx="2743200" cy="54864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217920" y="372160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📬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6812280" y="37581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812280" y="4032504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309360" y="43068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endpoints tested &amp; verified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&amp; 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Enhancements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93192" y="117043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2252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" y="14447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for status alerts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07208" y="1170432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80360" y="117043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12252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Parser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4447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skills via NLP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82880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93192" y="18288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" y="18836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Recommendations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0392" y="2103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skills &amp; history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07208" y="182880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880360" y="18288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37560" y="18836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Resume Upload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103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+ AWS S3 storage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487168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93192" y="24871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392" y="2542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" y="27614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session storage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07208" y="2487168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880360" y="24871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37560" y="25420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27614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for iOS/Android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145536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93192" y="314553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0392" y="3200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0392" y="34198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messaging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07208" y="3145536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880360" y="314553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337560" y="3200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34198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invite system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49240" y="841248"/>
            <a:ext cx="3474720" cy="4023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440680" y="960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13248" y="1298448"/>
            <a:ext cx="3273552" cy="301752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486400" y="1325880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Resume upload with PDF attachment on apply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13248" y="1645920"/>
            <a:ext cx="3273552" cy="301752"/>
          </a:xfrm>
          <a:prstGeom prst="rect">
            <a:avLst/>
          </a:prstGeom>
          <a:solidFill>
            <a:srgbClr val="1A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486400" y="1673352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 pre-loaded jobs from TCS, Infosys, Amazon...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13248" y="1993392"/>
            <a:ext cx="3273552" cy="301752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486400" y="2020824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 company profiles with full details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13248" y="2340864"/>
            <a:ext cx="3273552" cy="301752"/>
          </a:xfrm>
          <a:prstGeom prst="rect">
            <a:avLst/>
          </a:prstGeom>
          <a:solidFill>
            <a:srgbClr val="1A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486400" y="2368296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Browse Jobs with filters &amp; search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413248" y="2688336"/>
            <a:ext cx="3273552" cy="301752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486400" y="2715768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Apply with cover letter in one click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13248" y="3035808"/>
            <a:ext cx="3273552" cy="301752"/>
          </a:xfrm>
          <a:prstGeom prst="rect">
            <a:avLst/>
          </a:prstGeom>
          <a:solidFill>
            <a:srgbClr val="1A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486400" y="3063240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Track applications — PENDING status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13248" y="3383280"/>
            <a:ext cx="3273552" cy="301752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486400" y="3410712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Employer Dashboard to post &amp; manage jobs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13248" y="3730752"/>
            <a:ext cx="3273552" cy="301752"/>
          </a:xfrm>
          <a:prstGeom prst="rect">
            <a:avLst/>
          </a:prstGeom>
          <a:solidFill>
            <a:srgbClr val="1A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486400" y="3758184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Admin Panel — users, jobs, applications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13248" y="4078224"/>
            <a:ext cx="3273552" cy="301752"/>
          </a:xfrm>
          <a:prstGeom prst="rect">
            <a:avLst/>
          </a:prstGeom>
          <a:solidFill>
            <a:srgbClr val="1620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486400" y="4105656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13 REST APIs built &amp; tested in Postman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413248" y="4425696"/>
            <a:ext cx="3273552" cy="301752"/>
          </a:xfrm>
          <a:prstGeom prst="rect">
            <a:avLst/>
          </a:prstGeom>
          <a:solidFill>
            <a:srgbClr val="1A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486400" y="4453128"/>
            <a:ext cx="3127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MongoDB stores all data in 3 collections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Live Website Demo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1005840"/>
            <a:ext cx="5852160" cy="56692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algn="ctr"/>
            <a:r>
              <a:rPr lang="en-IN" sz="1400" dirty="0" err="1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HireHub</a:t>
            </a:r>
            <a:r>
              <a:rPr lang="en-IN" sz="1400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Job Portal</a:t>
            </a:r>
            <a:endParaRPr lang="en-US" sz="130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606040" cy="1207008"/>
          </a:xfrm>
          <a:prstGeom prst="rect">
            <a:avLst/>
          </a:prstGeom>
          <a:solidFill>
            <a:srgbClr val="162040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463040" y="185623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4630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148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44144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search, categories, 12 featured jobs, 8 company cards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057400"/>
            <a:ext cx="2606040" cy="1207008"/>
          </a:xfrm>
          <a:prstGeom prst="rect">
            <a:avLst/>
          </a:prstGeom>
          <a:solidFill>
            <a:srgbClr val="162040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206240" y="185623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2062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148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Jobs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44144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filters, search bar, click Apply Now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2057400"/>
            <a:ext cx="2606040" cy="1207008"/>
          </a:xfrm>
          <a:prstGeom prst="rect">
            <a:avLst/>
          </a:prstGeom>
          <a:solidFill>
            <a:srgbClr val="162040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49440" y="185623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494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2148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244144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cards — Infosys, TCS, Amazon, Flipkart...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410712"/>
            <a:ext cx="2606040" cy="1207008"/>
          </a:xfrm>
          <a:prstGeom prst="rect">
            <a:avLst/>
          </a:prstGeom>
          <a:solidFill>
            <a:srgbClr val="162040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463040" y="3209544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46304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5021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Seeker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794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skills, location, upload resume PDF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3410712"/>
            <a:ext cx="2606040" cy="1207008"/>
          </a:xfrm>
          <a:prstGeom prst="rect">
            <a:avLst/>
          </a:prstGeom>
          <a:solidFill>
            <a:srgbClr val="162040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206240" y="3209544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20624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91840" y="35021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Job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3794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form, resume attached, Submit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3410712"/>
            <a:ext cx="2606040" cy="1207008"/>
          </a:xfrm>
          <a:prstGeom prst="rect">
            <a:avLst/>
          </a:prstGeom>
          <a:solidFill>
            <a:srgbClr val="162040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949440" y="3209544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4944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35040" y="350215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35040" y="37947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Applications tab → PENDING status shown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2697480"/>
            <a:ext cx="3657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– Job Portal Application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IV Semester  |  Full Stack Development  |  Alliance University, Bangalore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4015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Raghav 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Amaraiah C  |  Bhumika R  |  Keerthi N  |  Pragathi BR  |  Prakruthi BR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4069080"/>
            <a:ext cx="4023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560320" y="40690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job-portal-application-app.netlify.app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1642</Words>
  <Application>Microsoft Office PowerPoint</Application>
  <PresentationFormat>On-screen Show (16:9)</PresentationFormat>
  <Paragraphs>478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HireHub – Job Portal Application</dc:title>
  <dc:subject>PptxGenJS Presentation</dc:subject>
  <dc:creator>PptxGenJS</dc:creator>
  <cp:lastModifiedBy>Keerthi N</cp:lastModifiedBy>
  <cp:revision>3</cp:revision>
  <dcterms:created xsi:type="dcterms:W3CDTF">2026-04-10T06:52:15Z</dcterms:created>
  <dcterms:modified xsi:type="dcterms:W3CDTF">2026-04-10T07:18:27Z</dcterms:modified>
</cp:coreProperties>
</file>